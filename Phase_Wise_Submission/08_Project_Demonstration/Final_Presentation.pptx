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PocketSmart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budget &amp; recommendation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Home, party and jewelry spending spreads across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planners + optional Gemini + hard budget cap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→ Flask:5000 → recommend.py → catalogs / Gemini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Flask, Flask-CORS, google-genai, Pillow, pytest, Playwright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planners, demo badge, sample-data labels, /health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screenshots 06, 08,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22/22 pytest, 83% 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 FastAPI vs Flask; Playwright libs; ffmpeg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prices, PDF export, accounts DB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invariant in code, not only in the prompt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  media/Demo_Video.mp4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planner results</a:t>
            </a:r>
          </a:p>
        </p:txBody>
      </p:sp>
      <p:pic>
        <p:nvPicPr>
          <p:cNvPr id="3" name="Picture 2" descr="06_home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6268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