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8"/>
    <p:sldId id="266" r:id="rId17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10" Type="http://schemas.openxmlformats.org/officeDocument/2006/relationships/image" Target="../media/shot-landing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10" Type="http://schemas.openxmlformats.org/officeDocument/2006/relationships/image" Target="../media/shot-output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10" Type="http://schemas.openxmlformats.org/officeDocument/2006/relationships/image" Target="../media/shot-input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pocket_ai/icon_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32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3611880"/>
            <a:ext cx="1109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PocketSmart AI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548640" y="4663440"/>
            <a:ext cx="1109472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0" i="1" dirty="0">
                <a:solidFill>
                  <a:srgbClr val="9FD8CB"/>
                </a:solidFill>
                <a:latin typeface="Calibri"/>
                <a:ea typeface="Calibri"/>
                <a:cs typeface="Calibri"/>
              </a:rPr>
              <a:t>Your Smart Budget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411480"/>
            <a:ext cx="1828800" cy="1828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3" name="Image 0" descr="/home/claude/pocket_ai/icon_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4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774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SRIDEVI ARTS AND SCIENCE COLLEGE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Krishnapuram — 601204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32704" y="3364992"/>
            <a:ext cx="914400" cy="41148"/>
          </a:xfrm>
          <a:prstGeom prst="rect">
            <a:avLst/>
          </a:prstGeom>
          <a:solidFill>
            <a:srgbClr val="9FD8CB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4206240"/>
          <a:ext cx="8714232" cy="2203704"/>
        </p:xfrm>
        <a:graphic>
          <a:graphicData uri="http://schemas.openxmlformats.org/drawingml/2006/table">
            <a:tbl>
              <a:tblPr/>
              <a:tblGrid>
                <a:gridCol w="3200400"/>
                <a:gridCol w="55138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222503938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Ramya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222503929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Kavitha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222503940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Rubha Sri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222503935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/>
                        </a:rPr>
                        <a:t>Ponni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40" name="Team ID"/>
          <p:cNvSpPr/>
          <p:nvPr/>
        </p:nvSpPr>
        <p:spPr>
          <a:xfrm>
            <a:off x="1737360" y="3703320"/>
            <a:ext cx="8714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6"/>
            </a:solidFill>
          </a:ln>
        </p:spPr>
        <p:txBody>
          <a:bodyPr wrap="square" lIns="182880" tIns="45720" rIns="91440" bIns="4572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</a:rPr>
              <a:t>Team ID :</a:t>
            </a:r>
            <a:endParaRPr lang="en-US" sz="1300" dirty="0">
              <a:latin typeface="Calibri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Details — 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1947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PocketSmart AI is a web-based smart planning assistant that helps people make better financial decisions for everyday needs.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278892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26243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offers three planners — Home, Party and Jewellery — each giving personalized AI budget recommendations.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77640" y="3630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51960" y="346557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enters a few simple details and instantly receives a clear, category-wise budget plan.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Details —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1947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plan their spending within a fixed budget using AI recommendations.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278892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26243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simple platform for home, party and jewellery planning.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77640" y="3630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51960" y="346557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requirements through easy forms and return an instant budget breakdown.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77640" y="447141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43068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interface clean, fast and easy to use for everyone.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Details —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1947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 — user fills the planner form: size, type, rooms, budget, style, location and needs.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278892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26243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 — Flask backend with AI logic splits the total budget across categories.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77640" y="3630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51960" y="346557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— shows the plan summary and category-wise budget breakdown.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77640" y="447141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43068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 — responsive web pages for the landing page, forms and results.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Details —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1947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Flask as the web framework and backend server.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278892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26243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CSS for the landing page, planner forms and result screens.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77640" y="3630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51960" y="346557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 logic that divides budgets by category.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77640" y="447141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43068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VS Code and run locally at 127.0.0.1:5000.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Output — 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desk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capabilities of the app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1947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three planners: Home, Party and Jewellery.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278892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26243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Planner form: size, type, rooms, style, location, budget and needs.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77640" y="3630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51960" y="346557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plan summary with a category-wise budget breakdown.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77640" y="447141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43068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card-based interface with easy navigation.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Output — Home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all three planners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30" name="Screenshot" descr="Project Output — Home P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640" y="1600200"/>
            <a:ext cx="7315200" cy="4114800"/>
          </a:xfrm>
          <a:prstGeom prst="rect">
            <a:avLst/>
          </a:prstGeom>
          <a:ln w="9525">
            <a:solidFill>
              <a:srgbClr val="D8E2E6"/>
            </a:solidFill>
          </a:ln>
        </p:spPr>
      </p:pic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Output — Results &amp;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results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1947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7830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planners load correctly and accept user inputs through simple forms.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278892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26243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budget of ₹10,00,000, the Home Plan split money across Interior, Furniture, Kitchen, Lighting and Other.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77640" y="3630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51960" y="3465576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instantly as a clear, easy-to-read budget breakdown.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77640" y="447141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43068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more planner types, regional language support and smarter personalization.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606040"/>
            <a:ext cx="502920" cy="54864"/>
          </a:xfrm>
          <a:prstGeom prst="rect">
            <a:avLst/>
          </a:prstGeom>
          <a:solidFill>
            <a:srgbClr val="9FD8C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743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Sridevi Arts and Science College — Krishnapuram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Output — Your Home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plan with budget breakdown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30" name="Screenshot" descr="Project Output — Your Home Pla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640" y="1600200"/>
            <a:ext cx="7315200" cy="4114800"/>
          </a:xfrm>
          <a:prstGeom prst="rect">
            <a:avLst/>
          </a:prstGeom>
          <a:ln w="9525">
            <a:solidFill>
              <a:srgbClr val="D8E2E6"/>
            </a:solidFill>
          </a:ln>
        </p:spPr>
      </p:pic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Input — Home Planner 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834640" cy="443484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4" name="Image 0" descr="/home/claude/pocket_ai/icon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48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51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home details and budget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463040"/>
            <a:ext cx="7955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436">
                <a:alpha val="25000"/>
              </a:srgbClr>
            </a:outerShdw>
          </a:effectLst>
        </p:spPr>
      </p:sp>
      <p:pic>
        <p:nvPicPr>
          <p:cNvPr id="30" name="Screenshot" descr="Project Input — Home Planner For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7640" y="1600200"/>
            <a:ext cx="7315200" cy="4114800"/>
          </a:xfrm>
          <a:prstGeom prst="rect">
            <a:avLst/>
          </a:prstGeom>
          <a:ln w="9525">
            <a:solidFill>
              <a:srgbClr val="D8E2E6"/>
            </a:solidFill>
          </a:ln>
        </p:spPr>
      </p:pic>
      <p:sp>
        <p:nvSpPr>
          <p:cNvPr id="16" name="Text 1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2026-09-23T03:45:15Z</dcterms:created>
  <dcterms:modified xsi:type="dcterms:W3CDTF">2026-09-23T03:45:15Z</dcterms:modified>
</cp:coreProperties>
</file>